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691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2A2F6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A2F6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 Labs · Data Analyst Internship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E-Commerce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Dashboard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Dashboard Design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built for business stakeholders, covering sales, profit, average and growth signals across states, categories, and payment modes.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Aafra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91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7190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60120" y="2286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for business stakeholders that surfaces sales, profit, and growth signals at a glance and supports drill-down into state, category, and customer-level detail.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975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77340" y="35158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60120" y="4003996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e-commerce Sales &amp; Financial dataset sourced from Kaggle order-level records across states, product categories, sub-categories, customers, and payment modes.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0749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77340" y="513381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937260" y="5726609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(free)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149340" y="137160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1B1F4B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53796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537960" y="224028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1"/>
          <p:cNvSpPr/>
          <p:nvPr/>
        </p:nvSpPr>
        <p:spPr>
          <a:xfrm>
            <a:off x="65379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086600" y="208026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model the dataset and define relationships across Orders, Customers, and Products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537960" y="306324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9" name="Text 14"/>
          <p:cNvSpPr/>
          <p:nvPr/>
        </p:nvSpPr>
        <p:spPr>
          <a:xfrm>
            <a:off x="65379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086600" y="290322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KPIs that map to business questions such as Sales, Profit, Quantity, Average and overall Growth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537960" y="388620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17"/>
          <p:cNvSpPr/>
          <p:nvPr/>
        </p:nvSpPr>
        <p:spPr>
          <a:xfrm>
            <a:off x="653796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086600" y="3734696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visuals: time-series trend, category/payment breakdowns, state comparison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537960" y="470916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Text 20"/>
          <p:cNvSpPr/>
          <p:nvPr/>
        </p:nvSpPr>
        <p:spPr>
          <a:xfrm>
            <a:off x="653796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086600" y="452628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slicers (Quarter, State) for stakeholder-driven exploration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537960" y="553212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8" name="Text 23"/>
          <p:cNvSpPr/>
          <p:nvPr/>
        </p:nvSpPr>
        <p:spPr>
          <a:xfrm>
            <a:off x="653796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7086600" y="537210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consistent color theme and add icon accents for visual polish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Selected — and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286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₹438K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6868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31272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revenue figure the single number stakeholders check first.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74720" y="14630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2286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₹37K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70332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703320" y="31272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Profitability, not just top-line flags where margin is thin or negative.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09360" y="14630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7373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37960" y="2286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5,615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653796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537960" y="31272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signal  pairs with revenue to reveal pricing/discounting effects.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144000" y="14630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17373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72600" y="2286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24.64</a:t>
            </a:r>
            <a:endParaRPr lang="en-US" sz="2600" dirty="0"/>
          </a:p>
        </p:txBody>
      </p:sp>
      <p:sp>
        <p:nvSpPr>
          <p:cNvPr id="21" name="Text 15"/>
          <p:cNvSpPr/>
          <p:nvPr/>
        </p:nvSpPr>
        <p:spPr>
          <a:xfrm>
            <a:off x="937260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Profit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372600" y="31272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Per-order profitability  a quick health check independent of scale.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65586" y="4092388"/>
            <a:ext cx="10881360" cy="2103120"/>
          </a:xfrm>
          <a:prstGeom prst="roundRect">
            <a:avLst>
              <a:gd name="adj" fmla="val 5217"/>
            </a:avLst>
          </a:prstGeom>
          <a:solidFill>
            <a:srgbClr val="EDEFFA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9768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63040" y="4315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914400" y="48006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brief also calls out Growth as a KPI. Rather than a static YoY card, growth is represented dynamically through the Profit by Month trend line  letting stakeholders see month-over-month movement directly, including the dip through May–September and the recovery into Q4.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444446" y="8701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four KPI cards, six supporting visuals, two slicers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9647" y="635651"/>
            <a:ext cx="11985812" cy="6077606"/>
          </a:xfrm>
          <a:prstGeom prst="roundRect">
            <a:avLst>
              <a:gd name="adj" fmla="val 11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84CCE8-6331-B1F9-A45F-13B3EC147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70" y="731520"/>
            <a:ext cx="6414352" cy="5772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ED48CC-343B-D686-2789-8042F009A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565" y="731520"/>
            <a:ext cx="5210272" cy="57729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 &amp; Visual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1305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Filters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68680" y="249631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(Qtr 1-4) button slicer and a State dropdown let stakeholders filter every visual on the page in one click.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43400" y="141732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4592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21305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Trend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0" y="249631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profit trend surfaces seasonality sharp dips May-Sep, strong recovery in Q4.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046720" y="141732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64592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5320" y="21305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Payment Breakdown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275320" y="249631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charts show category mix (Clothing 63%) and payment mode split (COD 44%, UPI 21%).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402336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25196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4736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Comparison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868680" y="510235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ranks all 7 states by revenue, flagging Rajasthan's negative profit at a glance.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343400" y="402336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2519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72000" y="4736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Color Theme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572000" y="510235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Navy/purple base with a single orange accent used consistently for slicers and highlights.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046720" y="402336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4251960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75320" y="4736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Accents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8275320" y="510235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icons on each KPI card (star, cart, thumbs-up) improve scannability without adding clutter.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working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60120" y="2402724"/>
            <a:ext cx="109728" cy="109728"/>
          </a:xfrm>
          <a:prstGeom prst="ellipse">
            <a:avLst/>
          </a:prstGeom>
          <a:solidFill>
            <a:srgbClr val="17A398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21488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(₹7.38K) and Maharashtra (₹6.96K) lead revenue by state, together outperforming the next three states combined.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0120" y="3216719"/>
            <a:ext cx="109728" cy="109728"/>
          </a:xfrm>
          <a:prstGeom prst="ellipse">
            <a:avLst/>
          </a:prstGeom>
          <a:solidFill>
            <a:srgbClr val="17A398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9718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dominates category mix at 63% of quantity sold the core product line.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" y="4039679"/>
            <a:ext cx="109728" cy="109728"/>
          </a:xfrm>
          <a:prstGeom prst="ellipse">
            <a:avLst/>
          </a:prstGeom>
          <a:solidFill>
            <a:srgbClr val="17A398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7947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(44%) and UPI (21%) together cover two-thirds of payment volume, reflecting typical Indian e-commerce payment behavior.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60120" y="4862636"/>
            <a:ext cx="109728" cy="109728"/>
          </a:xfrm>
          <a:prstGeom prst="ellipse">
            <a:avLst/>
          </a:prstGeom>
          <a:solidFill>
            <a:srgbClr val="17A398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6177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Printers (₹8.6K) and Bookcases (₹6.5K) are the strongest sub-categories by profit.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41732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1B1F4B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9164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9516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watch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92240" y="2402724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8" name="Text 14"/>
          <p:cNvSpPr/>
          <p:nvPr/>
        </p:nvSpPr>
        <p:spPr>
          <a:xfrm>
            <a:off x="6766560" y="21488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is currently unprofitable (-₹0.32K) despite positive revenue worth investigating discounting or return rates there.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92240" y="3118104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6"/>
          <p:cNvSpPr/>
          <p:nvPr/>
        </p:nvSpPr>
        <p:spPr>
          <a:xfrm>
            <a:off x="6766560" y="2971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turned negative in May, July, August, September, and December a recurring mid-year and year-end dip that merits a seasonal promotion or cost review.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92240" y="4048644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18"/>
          <p:cNvSpPr/>
          <p:nvPr/>
        </p:nvSpPr>
        <p:spPr>
          <a:xfrm>
            <a:off x="6766560" y="37947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customers (Harivansh, Vishakha) show slightly negative net amounts, suggesting high return or refund activity on their orders.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492240" y="4862638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4" name="Text 20"/>
          <p:cNvSpPr/>
          <p:nvPr/>
        </p:nvSpPr>
        <p:spPr>
          <a:xfrm>
            <a:off x="6766560" y="46177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(17%) and Electronics (21%) trail Clothing sharply potential cross-sell opportunity to rebalance category mix.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A2F6B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A2F6B"/>
          </a:solidFill>
          <a:ln/>
        </p:spPr>
      </p:sp>
      <p:sp>
        <p:nvSpPr>
          <p:cNvPr id="4" name="Text 2"/>
          <p:cNvSpPr/>
          <p:nvPr/>
        </p:nvSpPr>
        <p:spPr>
          <a:xfrm>
            <a:off x="786015" y="758305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reinforced how a small set of well-chosen KPIs, paired with interactivity and a disciplined color theme, turns raw transactional data into a dashboard business stakeholders can actually act on from spotting a loss-making state to catching a seasonal profit dip.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9601200" cy="1417320"/>
          </a:xfrm>
          <a:prstGeom prst="roundRect">
            <a:avLst>
              <a:gd name="adj" fmla="val 7742"/>
            </a:avLst>
          </a:prstGeom>
          <a:solidFill>
            <a:srgbClr val="2A2F6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06355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— code, dataset, screenshots &amp; README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80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https://github.com/Aafrakhan/E-Commerce-Sales-Dashboard-task3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2887" y="5349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Aafra · DataX Labs Data Analyst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710</Words>
  <Application>Microsoft Office PowerPoint</Application>
  <PresentationFormat>Widescreen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E-Commerce Sales Dashboard - Task 3</dc:title>
  <dc:subject>PptxGenJS Presentation</dc:subject>
  <dc:creator>Aafra</dc:creator>
  <cp:lastModifiedBy>Aafra Khan</cp:lastModifiedBy>
  <cp:revision>3</cp:revision>
  <dcterms:created xsi:type="dcterms:W3CDTF">2026-07-02T09:16:08Z</dcterms:created>
  <dcterms:modified xsi:type="dcterms:W3CDTF">2026-07-02T11:12:21Z</dcterms:modified>
</cp:coreProperties>
</file>